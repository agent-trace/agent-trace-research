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得分</c:v>
                </c:pt>
              </c:strCache>
            </c:strRef>
          </c:tx>
          <c:spPr>
            <a:solidFill>
              <a:srgbClr val="8FA9B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7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9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3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分数 + 摘要</c:v>
                  </c:pt>
                  <c:pt idx="1">
                    <c:v>分数 + 源码 + 原始 trace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34.9</c:v>
                </c:pt>
                <c:pt idx="1">
                  <c:v>50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27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9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秒:这是 agent-trace 优化方向系列的记忆篇。过去两周我把三份调研报告(方法/信号/输入存储,约 4300 行)共读了一遍,今天 25 分钟挑最有用的讲。方向一句话:看'记忆'这个最挑剔的下游怎么吃 trace,反推我们 trace 该补什么。右边这棵树就是我们每天产出的东西,今天它会反复出现。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先立目的再摆家底:目的是给 agent 建行为数据底座——可观测、可回放、可被上层应用消费;家底是已经能把多源对话归一成统一 span 树。好比铁路局的目的是让人和货到达目的地,铁轨只是家底。底座缺什么,由最挑剔的下游说了算:记忆系统像最挑剔的餐厅,内容、结构、信号、来源四样全要;别的客户(看板、回放)只挑一两样。所以拿它当镜子照上游,照得最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整个领域的地图,后面每条铁律都能挂回漏斗的某一环。值得强调‘独立收敛’的分量:七个领域互相不引用,却长出了同一条流水线——说明这不是某个社区的风尚,是把轨迹变知识的必经之路。淘金类比:泥沙越多越要会筛,而筛子的规格,由下游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表格从左往右读:领域要什么 → 我们给没给。归一化一行是我们已经在做的;两行打叉的才是重点——成败标签不可信、引用回不去源。今天的后半场就是在讲这两行怎么补。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讲个直觉:考完试问学生考得怎么样,考砸的反而更常拍胸脯。口径要交代清楚——1,800 条里 623 条带标签,正则匹配措辞,这证明的是‘自述没有区分力’,不是错误率估计。这一条是三条铁律里证据最强的,产品界已经把它写进代码了。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为什么批量赢:分组归纳能看到同类轨迹的全貌,流式每一步只见局部、反复改口。对我们的好消息是:记忆生成是离线批处理活儿,不需要往实时链路上加东西。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类比:给学霸喂烂讲义,不如普通学生拿全套教材。Meta-Harness 这组消融干净在同一模型、只换输入。注意它对比的还是‘文本 vs 文本’——这为第 11 页两轴拆分埋伏笔。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这页防止一个常见混淆:文献里都叫 gating,但 EDGE 门控的是‘训练信号进不进 loss’,不是‘记忆条目入不入库’。我们这条线关心门 A——往笔记本里写东西前拦一道。拦错的代价不对称:门 A 记错了,是笔记本写错一页,可以撕页、可以在检索层撤销;门 B 练错了,是写进脑子里,没有橡皮擦,只能重训。口头收束:‘两扇门验货用的是同一把尺子——真实的成败信号;门 A 还要多一样,引用能回指到源。这又回到 trace 身上。’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两个坑连着讲。第一个坑,自评闭环滚雪球,四步:错误记忆往往写得更自信流畅 → 自评打分偏爱自信的,错的拿高分 → 高分被留存、被信任,参与生成新记忆 → 下一轮还是同一把有偏差的尺子,错误再放大,0.28 到 0.42。换裁判为什么没用?类比:产品线出了系统性缺陷,换了新质检员,但他用的是同一份有错的标准手册——LLM 裁判和 LLM 生成器同源,盲区一样,所以对抗审查、跨厂商复核的误差都跟原自评相关。这句值得念原话:‘换模型不能替代换信号’。第二个坑,PASB 写入太松:用户随口一句被固化成永久偏好,写入组后续失败率 71.9% vs 45.0%——类比客人说今天不饿,餐厅记成客人饭量小,以后顿顿上半份。共同解法:执行侧信号 + 引用回指。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全场核心图。左边是我们每天产出的树——每个节点有编号、状态、耗时,天然可以被引用;右边是全领域实际喂给模型的东西——一摞平文本。压平是单向门:字段丢了就回不来。补充:24 个开源组件里唯一直接读 OTel span 的 altk-evolve,也只取 LLM span 的消息文本,工具 span 的状态和耗时全不用;最接近树的 DENSE 用的是自建子任务树,不是 span。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重要的一页,可以放慢。最容易犯的错,是从‘压平丢信息有害’直接跳到‘树更好’——中间隔着一整步没有证据的形式轴。左边的证据全是文本对文本;右边的问题没人做过对照实验。这就是我们要做的事,下一页说为什么是我们、再下一页说怎么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三张牌:结构上我们已经站在树这一边;规范上 OTel 画好了记忆的位置但没人实现,先对齐先受益;数据上‘同任务多次尝试’的 OTel 轨迹根本不存在——这正是我们本职能补的缺口。提醒口径:12.2% 是单一组合口径;合并口径 34.7% 里混着跨模型的成败对,不可比,引用时必须带口径。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设计原则是便宜且决定性:同一抽取模型、温度 0,只换渲染,把变量压到一个。主指标‘无效引用率’是程序判定的,不需要 benchmark——记忆自己带着可验证的钥匙(引用指向源)。判据必须先写好,防止事后挑指标。顺带填两块文献空白:树 vs 平的消融、压缩对抽取质量的影响。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收束三句话,念完停一拍再翻页。如果只记得一句,记第二句:空白长在我们家——既是我们数据结构的优势,也是只有我们能做的实验。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引导讨论:Q1 让大家发散,当场记到白板上(执行侧结果字段、配对关系、span 引用锚点都是候选);时间不够时 Q3 举手表决即可。备注:笔记和三份报告的路径留在页面底部,想深挖的同事自取。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4160520" cy="402336"/>
          </a:xfrm>
          <a:prstGeom prst="roundRect">
            <a:avLst>
              <a:gd name="adj" fmla="val 11364"/>
            </a:avLst>
          </a:prstGeom>
          <a:solidFill>
            <a:srgbClr val="15293E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小组分享 · agent-trace 优化方向 · 记忆篇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记忆,是 trace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最挑剔的下游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74 篇记忆生成调研,反看 agent-trace 该补什么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检索截至 2026-10-09 · 约 25 分钟 + 自由讨论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380744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5293E"/>
          </a:solidFill>
          <a:ln w="12700">
            <a:solidFill>
              <a:srgbClr val="2E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380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· S1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41080" y="2221992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5293E"/>
          </a:solidFill>
          <a:ln w="12700">
            <a:solidFill>
              <a:srgbClr val="2E4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221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LlmRequest · S2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09760" y="1737360"/>
            <a:ext cx="0" cy="484632"/>
          </a:xfrm>
          <a:prstGeom prst="line">
            <a:avLst/>
          </a:prstGeom>
          <a:noFill/>
          <a:ln w="9525">
            <a:solidFill>
              <a:srgbClr val="3C5A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8001000" y="2569464"/>
            <a:ext cx="1508760" cy="557784"/>
          </a:xfrm>
          <a:prstGeom prst="line">
            <a:avLst/>
          </a:prstGeom>
          <a:noFill/>
          <a:ln w="9525">
            <a:solidFill>
              <a:srgbClr val="3C5A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2569464"/>
            <a:ext cx="0" cy="557784"/>
          </a:xfrm>
          <a:prstGeom prst="line">
            <a:avLst/>
          </a:prstGeom>
          <a:noFill/>
          <a:ln w="9525">
            <a:solidFill>
              <a:srgbClr val="3C5A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0" y="2569464"/>
            <a:ext cx="1463040" cy="557784"/>
          </a:xfrm>
          <a:prstGeom prst="line">
            <a:avLst/>
          </a:prstGeom>
          <a:noFill/>
          <a:ln w="9525">
            <a:solidFill>
              <a:srgbClr val="3C5A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312724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15293E"/>
          </a:solidFill>
          <a:ln w="12700">
            <a:solidFill>
              <a:srgbClr val="2E4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3127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S3 · OK 0.4s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0" y="312724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15293E"/>
          </a:solidFill>
          <a:ln w="12700">
            <a:solidFill>
              <a:srgbClr val="2E4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127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 S4 · OK 2.1s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49840" y="3127248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15293E"/>
          </a:solidFill>
          <a:ln w="15875">
            <a:solidFill>
              <a:srgbClr val="E89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3127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S5 · exit 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66960" y="3986784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15293E"/>
          </a:solidFill>
          <a:ln w="12700">
            <a:solidFill>
              <a:srgbClr val="2E4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39867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6.0s · 无后续调用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H="1">
            <a:off x="10789920" y="3474720"/>
            <a:ext cx="182880" cy="512064"/>
          </a:xfrm>
          <a:prstGeom prst="line">
            <a:avLst/>
          </a:prstGeom>
          <a:noFill/>
          <a:ln w="9525">
            <a:solidFill>
              <a:srgbClr val="3C5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489204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统一逻辑树:每个节点有编号、状态、耗时——可被引用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为什么是记忆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为什么从‘记忆’看 trace?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280160" y="138988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的行为可观测、可回放、可被上层应用消费。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家底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多源对话已能归一成统一 span 树(trace-synthesis)。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底座该长成什么样,不该我们拍脑袋——记忆系统想把一次性的轨迹变成可复用的知识,它同时要四样东西: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4637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61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43584" y="276148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消息、工具输入输出、报错全文——读了什么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4637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43584" y="353872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父子 span、边界、嵌套归属——谁调用了谁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4637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15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3584" y="431596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执行侧结果,而不是模型嘴上的自述——到底成了没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5093208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4637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0932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43584" y="509320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每条结论都能回指到源 span——这话谁说的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863840" y="2761488"/>
            <a:ext cx="3867912" cy="3063240"/>
          </a:xfrm>
          <a:prstGeom prst="roundRect">
            <a:avLst>
              <a:gd name="adj" fmla="val 2090"/>
            </a:avLst>
          </a:prstGeom>
          <a:solidFill>
            <a:srgbClr val="E8F1F5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2944368"/>
            <a:ext cx="3429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看下游缺什么,</a:t>
            </a:r>
            <a:endParaRPr lang="en-US" sz="17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就是看 trace 该补什么。</a:t>
            </a:r>
            <a:endParaRPr lang="en-US" sz="1750" dirty="0"/>
          </a:p>
          <a:p>
            <a:pPr indent="0" marL="0">
              <a:spcAft>
                <a:spcPts val="400"/>
              </a:spcAft>
              <a:buNone/>
            </a:pPr>
            <a:endParaRPr lang="en-US" sz="17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本次路线:</a:t>
            </a:r>
            <a:endParaRPr lang="en-US" sz="17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 → 三条铁律 → 空白与机会 → 最小实验 → 讨论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基于三份调研报告:方法 / 信号 / 输入存储(检索截至 2026-10-09)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 · 六环节漏斗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七条路,汇成同一条漏斗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过程挖掘 · AIOps · 提示优化 · 参数化记忆 · Agent Skills · 软件工程 · 查询日志挖掘——七个互不相识的领域,独立收敛出同一条流水线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95728"/>
            <a:ext cx="1975104" cy="1051560"/>
          </a:xfrm>
          <a:prstGeom prst="chevron">
            <a:avLst/>
          </a:prstGeom>
          <a:solidFill>
            <a:srgbClr val="1463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9572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选样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12064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挑值得学的轨迹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13432" y="2395728"/>
            <a:ext cx="1975104" cy="1051560"/>
          </a:xfrm>
          <a:prstGeom prst="chevron">
            <a:avLst/>
          </a:prstGeom>
          <a:solidFill>
            <a:srgbClr val="14637F"/>
          </a:solidFill>
          <a:ln/>
        </p:spPr>
      </p:sp>
      <p:sp>
        <p:nvSpPr>
          <p:cNvPr id="9" name="Text 7"/>
          <p:cNvSpPr/>
          <p:nvPr/>
        </p:nvSpPr>
        <p:spPr>
          <a:xfrm>
            <a:off x="2496312" y="239572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368296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统一成一种格式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9664" y="2395728"/>
            <a:ext cx="1975104" cy="1051560"/>
          </a:xfrm>
          <a:prstGeom prst="chevron">
            <a:avLst/>
          </a:prstGeom>
          <a:solidFill>
            <a:srgbClr val="14637F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239572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24528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去重、合并同类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2395728"/>
            <a:ext cx="1975104" cy="1051560"/>
          </a:xfrm>
          <a:prstGeom prst="chevron">
            <a:avLst/>
          </a:prstGeom>
          <a:solidFill>
            <a:srgbClr val="14637F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239572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080760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抽成可复用规则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82128" y="2395728"/>
            <a:ext cx="1975104" cy="1051560"/>
          </a:xfrm>
          <a:prstGeom prst="chevron">
            <a:avLst/>
          </a:prstGeom>
          <a:solidFill>
            <a:srgbClr val="E8930C"/>
          </a:solidFill>
          <a:ln/>
        </p:spPr>
      </p:sp>
      <p:sp>
        <p:nvSpPr>
          <p:cNvPr id="18" name="Text 16"/>
          <p:cNvSpPr/>
          <p:nvPr/>
        </p:nvSpPr>
        <p:spPr>
          <a:xfrm>
            <a:off x="8065008" y="239572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1D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验证门控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6992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不合格不让进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38360" y="2395728"/>
            <a:ext cx="1975104" cy="1051560"/>
          </a:xfrm>
          <a:prstGeom prst="chevron">
            <a:avLst/>
          </a:prstGeom>
          <a:solidFill>
            <a:srgbClr val="14637F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2395728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反馈淘汰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793224" y="3611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用得差的清出去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12188952" cy="11887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11274552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像淘金:大量泥沙(trace)层层筛选,留下金粒(可复用的记忆)。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 项研究 + 24 个开源组件,都站在这条漏斗的某一环上;橘色的‘验证门控’是今天故事的关键环。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来源:方法报告 §8(综合);74 项研究、24 个开源组件,检索截至 2026-10-09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 · 对 trace 的要求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漏斗要什么,trace 就该记什么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663440"/>
                <a:gridCol w="45079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漏斗环节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它需要 trace 提供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现状与缺口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37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可信的成败结果、同任务配对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自述不可信(下一页)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归一化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统一逻辑树、稳定 span ID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637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我们的主场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trace 的对齐锚点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B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依赖 ID 与结构保真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验证门控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记忆引用能回指到源轨迹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压平之后回不去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反馈淘汰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记忆使用效果回流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B6B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需要记忆侧埋点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两个硬缺口——选样(最前)与验证门控(中间)——都压在 trace 身上。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来源:方法报告 §4/§8;信号报告 §4-§5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· 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铁律一:模型说‘我成了’,别信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47.6%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54203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失败轨迹中,措辞像‘成功’的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正则口径:successfully / resolved / fixed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41732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39.2%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520440" y="254203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真正成功轨迹中,措辞像‘成功’的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同一口径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1,800 条样本、623 条带标签。两个数字几乎无差别——自述对成败没有区分力,失败的自称成功反而更多。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52395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归因也一样烂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步骤级自动归因命中率 3.5–8.8%,与随机基线 4.2% 同一水平。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688336"/>
            <a:ext cx="52395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产品界已经认账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把‘自述成功’标为 uncertain;altk-evolve 文档写明“Self-reported success is not evidence”。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895344"/>
            <a:ext cx="52395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唯一可靠的在执行侧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exit code、测试结果、diff、用户确认——trace 里要能查到。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5440680"/>
            <a:ext cx="12188952" cy="8229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440680"/>
            <a:ext cx="11274552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trace 必须记执行侧结果——只记模型自述,下游没法用。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来源:信号报告 §5(自述与归因);Codex v2、altk-evolve 产品文档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· 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铁律二:攒一批再提炼,别边跑边学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2240280"/>
          </a:xfrm>
          <a:prstGeom prst="roundRect">
            <a:avLst>
              <a:gd name="adj" fmla="val 2857"/>
            </a:avLst>
          </a:prstGeom>
          <a:solidFill>
            <a:srgbClr val="F3F7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批量:分组一次性归纳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65.83% · 3 分钟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路并行抽取 + 层次合并(Trace2Skill)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91072" y="1463040"/>
            <a:ext cx="544068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流式:逐条读取、反复合并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61.83% · 60 分钟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且各流式方案普遍再低 17–38 个百分点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耗时对比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4114800"/>
            <a:ext cx="320040" cy="274320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4572000"/>
            <a:ext cx="6391656" cy="274320"/>
          </a:xfrm>
          <a:prstGeom prst="rect">
            <a:avLst/>
          </a:prstGeom>
          <a:solidFill>
            <a:srgbClr val="C4CFD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0456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分钟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9834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准确率差 4 个百分点,耗时差 20 倍——批处理又快又好。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含义:记忆管道可以纯离线。不必追实时,基建压力小得多。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来源:Trace2Skill(arXiv 2605.12978);流式 −17~38pp 综自方法报告 §4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 · 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铁律三:值钱的是喂进去的信息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同一模型,只换输入(Meta-Harness 消融)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852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29400" y="1783080"/>
            <a:ext cx="5102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只改输入,不改模型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Letta:同一模型,读轨迹 +9、再加验证反馈 +15.7。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29400" y="2971800"/>
            <a:ext cx="5102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强模型不读轨迹也白搭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技能生成:Claude skill-creator 23.33 vs Qwen 自演化 48.63。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29400" y="4160520"/>
            <a:ext cx="5102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摘要几乎不加分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仅分数 34.6 → 加摘要 34.9;加源码与原始 trace 才到 50.0。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上游压掉的每个字段,都是下游收益的上限——保真是一种投资。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来源:方法报告 §4.8.7;Meta-Harness / Letta / Trace2Skill 消融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门控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两扇‘门’:拦上下文 vs 拦权重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2225">
            <a:solidFill>
              <a:srgbClr val="E893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 A · 写入门(笔记本的门)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一条候选记忆,能不能写进记忆库?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候选记忆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3163824"/>
            <a:ext cx="45720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2825496"/>
            <a:ext cx="676656" cy="676656"/>
          </a:xfrm>
          <a:prstGeom prst="diamond">
            <a:avLst/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8254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D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65576" y="3163824"/>
            <a:ext cx="45720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14216" y="288036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4014216" y="2880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记忆库 → 上下文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污染对象: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上下文——每次检索都会带出来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141732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5875">
            <a:solidFill>
              <a:srgbClr val="1463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645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 B · 训练门(以 EDGE 为代表)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565392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这条轨迹的训练信号,要不要计入 loss?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65392" y="2880360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28803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82712" y="3163824"/>
            <a:ext cx="45720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31352" y="2825496"/>
            <a:ext cx="676656" cy="676656"/>
          </a:xfrm>
          <a:prstGeom prst="diamond">
            <a:avLst/>
          </a:prstGeom>
          <a:solidFill>
            <a:srgbClr val="14637F"/>
          </a:solidFill>
          <a:ln/>
        </p:spPr>
      </p:sp>
      <p:sp>
        <p:nvSpPr>
          <p:cNvPr id="23" name="Text 21"/>
          <p:cNvSpPr/>
          <p:nvPr/>
        </p:nvSpPr>
        <p:spPr>
          <a:xfrm>
            <a:off x="8531352" y="28254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99448" y="3163824"/>
            <a:ext cx="457200" cy="0"/>
          </a:xfrm>
          <a:prstGeom prst="line">
            <a:avLst/>
          </a:prstGeom>
          <a:noFill/>
          <a:ln w="15875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48088" y="288036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F3F7F9"/>
          </a:solidFill>
          <a:ln/>
        </p:spPr>
      </p:sp>
      <p:sp>
        <p:nvSpPr>
          <p:cNvPr id="26" name="Text 24"/>
          <p:cNvSpPr/>
          <p:nvPr/>
        </p:nvSpPr>
        <p:spPr>
          <a:xfrm>
            <a:off x="9848088" y="2880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65392" y="397764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污染对象: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权重——练进去就取不出来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6235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都叫 gate,拦的东西完全不同;拦错的代价,都是长期污染。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来源:方法报告 §4.4(EDGE 与记忆+训练耦合)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验证的坑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记忆会‘自我膨胀’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0.28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468880" y="1874520"/>
            <a:ext cx="1234440" cy="457200"/>
          </a:xfrm>
          <a:prstGeom prst="rightArrow">
            <a:avLst/>
          </a:prstGeom>
          <a:solidFill>
            <a:srgbClr val="C4CFD8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417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0.42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被信任的记忆里,实际是错的比例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静态抽取 0.28 → 闭环自评后 0.42,放大约 1.6 倍(BIRD 1,534 题实测)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记忆自己给自己打分,错的越被信任越留得下来——像滚雪球。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1481328"/>
            <a:ext cx="523951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换裁判救不了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换模型、换厂商复核,误差与原自评同源相关(+0.31~0.36)。“换模型不能替代换信号”。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172968"/>
            <a:ext cx="523951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写入太松更糟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PASB:用户随口一句被写成偏好,写入组后续失败率 71.9% vs 未写入 45.0%(1,600 任务 · 12 模型)。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5440680"/>
            <a:ext cx="12188952" cy="8229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440680"/>
            <a:ext cx="11274552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可靠的验证信号只有两个出处:执行侧结果 + 能回指原文的引用。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来源:arXiv 2608.00017(记忆自评膨胀);PASB(一次性主张写成偏好)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 · 77 个样本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最扎眼的空白:所有人都在‘压平’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828800" cy="402336"/>
          </a:xfrm>
          <a:prstGeom prst="roundRect">
            <a:avLst>
              <a:gd name="adj" fmla="val 11364"/>
            </a:avLst>
          </a:prstGeom>
          <a:solidFill>
            <a:srgbClr val="E8F1F5"/>
          </a:solidFill>
          <a:ln w="12700">
            <a:solidFill>
              <a:srgbClr val="1463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· S1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88720" y="2048256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E8F1F5"/>
          </a:solidFill>
          <a:ln w="12700">
            <a:solidFill>
              <a:srgbClr val="146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482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LlmRequest · S2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37360" y="2615184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6151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· S3 · OK · 0.4s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37360" y="3182112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1821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 · S4 · OK · 2.1s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737360" y="3749040"/>
            <a:ext cx="2514600" cy="402336"/>
          </a:xfrm>
          <a:prstGeom prst="roundRect">
            <a:avLst>
              <a:gd name="adj" fmla="val 11364"/>
            </a:avLst>
          </a:prstGeom>
          <a:solidFill>
            <a:srgbClr val="E8F1F5"/>
          </a:solidFill>
          <a:ln w="19050">
            <a:solidFill>
              <a:srgbClr val="E893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7490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· S5 · exit 1 · 6.0s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1883664"/>
            <a:ext cx="0" cy="2066544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450592"/>
            <a:ext cx="0" cy="1499616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883664"/>
            <a:ext cx="182880" cy="0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2450592"/>
            <a:ext cx="182880" cy="0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2816352"/>
            <a:ext cx="182880" cy="0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383280"/>
            <a:ext cx="182880" cy="0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3950208"/>
            <a:ext cx="182880" cy="0"/>
          </a:xfrm>
          <a:prstGeom prst="line">
            <a:avLst/>
          </a:prstGeom>
          <a:noFill/>
          <a:ln w="9525">
            <a:solidFill>
              <a:srgbClr val="9AB4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有编号、有状态、有耗时——每个节点可被引用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1772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压平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00600" y="2514600"/>
            <a:ext cx="1097280" cy="685800"/>
          </a:xfrm>
          <a:prstGeom prst="rightArrow">
            <a:avLst/>
          </a:prstGeom>
          <a:solidFill>
            <a:srgbClr val="E8930C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 · 不可逆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1481328"/>
            <a:ext cx="5120640" cy="3182112"/>
          </a:xfrm>
          <a:prstGeom prst="roundRect">
            <a:avLst>
              <a:gd name="adj" fmla="val 2011"/>
            </a:avLst>
          </a:prstGeom>
          <a:solidFill>
            <a:srgbClr val="F1F4F6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[ {role: user, …}, {role: assistant, …}, … 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2103120"/>
            <a:ext cx="466344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2240" y="2414016"/>
            <a:ext cx="420624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2724912"/>
            <a:ext cx="484632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3035808"/>
            <a:ext cx="384048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3346704"/>
            <a:ext cx="461772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2240" y="3657600"/>
            <a:ext cx="356616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2240" y="3968496"/>
            <a:ext cx="475488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4279392"/>
            <a:ext cx="4114800" cy="118872"/>
          </a:xfrm>
          <a:prstGeom prst="rect">
            <a:avLst/>
          </a:prstGeom>
          <a:solidFill>
            <a:srgbClr val="C9D3DA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4773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结构、状态、耗时——全部丢失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5303520"/>
            <a:ext cx="36301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303520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 项研究 · 0 篇以 span 树为输入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279392" y="5303520"/>
            <a:ext cx="36301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5303520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个开源组件 · 全部先压平成文本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101584" y="5303520"/>
            <a:ext cx="36301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E893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5303520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最接近的 DENSE · 用的是自建子任务树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来源:方法报告 §5(24 个开源实现)、§4.5(DENSE);altk-evolve 为唯一直接读 OTel span 者,亦只取消息文本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 · 两轴拆分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把空白拆成两半:内容轴 vs 形式轴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E8F1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压平丢掉的那些信息,有害吗?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5420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463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有间接证据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WISE-Flow:完整 trace 93.5 vs 只留对话文本 89.6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Meta-Harness:摘要 34.9 vs 原始 trace 50.0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注意:全部是‘文本 vs 文本’的对比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4173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B9C6D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565392" y="1627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65392" y="20848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同样的信息,组织成树,比平文本好吗?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65392" y="2542032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9050">
            <a:solidFill>
              <a:srgbClr val="E893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542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零证据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1112" y="31089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检索范围内,无人做过‘树 vs 平’的对照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三份报告一致标注:无证据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整份调研里最大的可做空白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5623560"/>
            <a:ext cx="12188952" cy="713232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623560"/>
            <a:ext cx="11274552" cy="71323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机会在形式轴——但它是一个待检验的假设,不是已成立的结论。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来源:方法/信号/输入存储三份报告综合结论;证据明细见方法报告 §8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 · 我们的位置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为什么轮得到我们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30168" cy="3657600"/>
          </a:xfrm>
          <a:prstGeom prst="roundRect">
            <a:avLst>
              <a:gd name="adj" fmla="val 2015"/>
            </a:avLst>
          </a:prstGeom>
          <a:solidFill>
            <a:srgbClr val="F3F7F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结构先发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trace-synthesis 已在产出统一逻辑树(trace → LlmRequest → Tool)。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下游要压平,随时可以;反过来,丢了就没了。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417320"/>
            <a:ext cx="3630168" cy="3657600"/>
          </a:xfrm>
          <a:prstGeom prst="roundRect">
            <a:avLst>
              <a:gd name="adj" fmla="val 2015"/>
            </a:avLst>
          </a:prstGeom>
          <a:solidFill>
            <a:srgbClr val="F3F7F9"/>
          </a:solidFill>
          <a:ln/>
        </p:spPr>
      </p:sp>
      <p:sp>
        <p:nvSpPr>
          <p:cNvPr id="8" name="Text 6"/>
          <p:cNvSpPr/>
          <p:nvPr/>
        </p:nvSpPr>
        <p:spPr>
          <a:xfrm>
            <a:off x="4535424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规范先机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53712" y="22402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GenAI 已画好记忆的位置:gen_ai.memory / skill / evaluation。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development 级,开源界零实现——对齐成本低、辨识度高。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417320"/>
            <a:ext cx="3630168" cy="3657600"/>
          </a:xfrm>
          <a:prstGeom prst="roundRect">
            <a:avLst>
              <a:gd name="adj" fmla="val 2015"/>
            </a:avLst>
          </a:prstGeom>
          <a:solidFill>
            <a:srgbClr val="F3F7F9"/>
          </a:solidFill>
          <a:ln/>
        </p:spPr>
      </p:sp>
      <p:sp>
        <p:nvSpPr>
          <p:cNvPr id="11" name="Text 9"/>
          <p:cNvSpPr/>
          <p:nvPr/>
        </p:nvSpPr>
        <p:spPr>
          <a:xfrm>
            <a:off x="8357616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数据缺口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75904" y="224028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‘同任务多次尝试’的 OTel 轨迹:不存在(唯一 OTel 数据集每任务单条)。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同实例‘一成一败’配对,单一组合下仅覆盖 12.2%。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53492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谁保有‘同实例一成一败’的配对关系,谁就握着选样的弹药。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来源:输入存储报告 §5(OTel 语义)、§9(数据集);12.2% 为单一组合同 instance 口径(1,726 / 14,142 组)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6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· 最小实验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三条泳道,只换渲染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数据:Open-SWE-Traces 的同实例‘一成一败’配对——单一组合下 1,726 组,取几十对即可启动。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30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E893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span 树渲染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带编号、状态、耗时的树形文本(我们的假设)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874520"/>
            <a:ext cx="3630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平铺全文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35424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领域现状,作为基线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874520"/>
            <a:ext cx="3630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掩码压缩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24871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工具输出换占位符(成本对照)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同一抽取模型 · 温度 0 · 同一提示词框架——三臂之间只有渲染不同。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11274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 · 无效引用率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记忆引用了不存在的源 span = 幻觉;程序 100% 可判定,不需要 benchmark。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4727448"/>
            <a:ext cx="11274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判据先写好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显著低于 B → 形式轴成立,进流水线;不成立则止损,负结果照样有价值。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5477256"/>
            <a:ext cx="11274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· PMSS 式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冻结产物、成对比较、精确检验;不碰端到端(噪声 2.2–6.0pp,端到端检出需上千配对)。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373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来源:‘候选须指向源 span’(方法报告表 4-14,依据校验);PMSS 协议(信号报告 §8)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三句话带走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286000" y="1764792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记忆生成长出了跨领域共识:六环节漏斗。trace 是第一环——选样与依据,都压在它身上。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22960" y="317296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 篇工作全在压平 trace:丢信息有害,有证据;‘树更好’,零证据——空白恰好长在我们家。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4654296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286000" y="4727448"/>
            <a:ext cx="9052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记忆的验证极脆弱:自述不可信、噪声与增益同量级、闭环会膨胀。可验证性,要靠 trace 字段买单。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286000" y="55046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一条合格的记忆 = 内容 + 可信成败标签 + 可回指来源 + 适用条件 —— 四样,三样要 trace 出力。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留给大家的三个问题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58368" cy="475488"/>
          </a:xfrm>
          <a:prstGeom prst="roundRect">
            <a:avLst>
              <a:gd name="adj" fmla="val 9615"/>
            </a:avLst>
          </a:prstGeom>
          <a:solidFill>
            <a:srgbClr val="15293E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7465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 span 树,离‘记忆系统直接消费’,还缺哪些字段?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658368" cy="475488"/>
          </a:xfrm>
          <a:prstGeom prst="roundRect">
            <a:avLst>
              <a:gd name="adj" fmla="val 9615"/>
            </a:avLst>
          </a:prstGeom>
          <a:solidFill>
            <a:srgbClr val="15293E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8895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要不要在生成侧,显式保留‘同实例一成一败’的配对关系?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658368" cy="475488"/>
          </a:xfrm>
          <a:prstGeom prst="roundRect">
            <a:avLst>
              <a:gd name="adj" fmla="val 9615"/>
            </a:avLst>
          </a:prstGeom>
          <a:solidFill>
            <a:srgbClr val="15293E"/>
          </a:solidFill>
          <a:ln w="12700">
            <a:solidFill>
              <a:srgbClr val="E893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690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3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40325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三条泳道的最小实验,值不值得排进下个迭代?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深挖材料:memory-generation-reading-notes.md(本地共读笔记,13 场)· 三份报告在 27 机器 /data1/zwh/code/agent-trace-research/docs/memory-generation/research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881360" y="643737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记忆,是 trace 最挑剔的下游</dc:title>
  <dc:subject>PptxGenJS Presentation</dc:subject>
  <dc:creator>zwh</dc:creator>
  <cp:lastModifiedBy>zwh</cp:lastModifiedBy>
  <cp:revision>1</cp:revision>
  <dcterms:created xsi:type="dcterms:W3CDTF">2026-10-20T09:31:17Z</dcterms:created>
  <dcterms:modified xsi:type="dcterms:W3CDTF">2026-10-20T09:31:17Z</dcterms:modified>
</cp:coreProperties>
</file>